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1" r:id="rId5"/>
    <p:sldId id="263" r:id="rId6"/>
    <p:sldId id="264" r:id="rId7"/>
    <p:sldId id="267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FAD92A-9654-4124-8226-B78825F6C0CB}" v="1" dt="2026-10-22T08:54:16.1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si reddy" userId="0da9073592a1b1bc" providerId="LiveId" clId="{0C82AD03-02EA-4F56-9770-0CAADE141CEE}"/>
    <pc:docChg chg="custSel delSld modSld">
      <pc:chgData name="shasi reddy" userId="0da9073592a1b1bc" providerId="LiveId" clId="{0C82AD03-02EA-4F56-9770-0CAADE141CEE}" dt="2026-10-22T08:59:43.753" v="44" actId="2696"/>
      <pc:docMkLst>
        <pc:docMk/>
      </pc:docMkLst>
      <pc:sldChg chg="addSp delSp modSp mod">
        <pc:chgData name="shasi reddy" userId="0da9073592a1b1bc" providerId="LiveId" clId="{0C82AD03-02EA-4F56-9770-0CAADE141CEE}" dt="2026-10-22T08:58:32.651" v="38" actId="1076"/>
        <pc:sldMkLst>
          <pc:docMk/>
          <pc:sldMk cId="0" sldId="256"/>
        </pc:sldMkLst>
        <pc:spChg chg="mod">
          <ac:chgData name="shasi reddy" userId="0da9073592a1b1bc" providerId="LiveId" clId="{0C82AD03-02EA-4F56-9770-0CAADE141CEE}" dt="2026-10-22T08:53:59.790" v="0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shasi reddy" userId="0da9073592a1b1bc" providerId="LiveId" clId="{0C82AD03-02EA-4F56-9770-0CAADE141CEE}" dt="2026-10-22T08:54:04.849" v="1" actId="1076"/>
          <ac:spMkLst>
            <pc:docMk/>
            <pc:sldMk cId="0" sldId="256"/>
            <ac:spMk id="4" creationId="{00000000-0000-0000-0000-000000000000}"/>
          </ac:spMkLst>
        </pc:spChg>
        <pc:spChg chg="del">
          <ac:chgData name="shasi reddy" userId="0da9073592a1b1bc" providerId="LiveId" clId="{0C82AD03-02EA-4F56-9770-0CAADE141CEE}" dt="2026-10-22T08:54:13.935" v="2" actId="478"/>
          <ac:spMkLst>
            <pc:docMk/>
            <pc:sldMk cId="0" sldId="256"/>
            <ac:spMk id="5" creationId="{00000000-0000-0000-0000-000000000000}"/>
          </ac:spMkLst>
        </pc:spChg>
        <pc:spChg chg="add mod">
          <ac:chgData name="shasi reddy" userId="0da9073592a1b1bc" providerId="LiveId" clId="{0C82AD03-02EA-4F56-9770-0CAADE141CEE}" dt="2026-10-22T08:58:32.651" v="38" actId="1076"/>
          <ac:spMkLst>
            <pc:docMk/>
            <pc:sldMk cId="0" sldId="256"/>
            <ac:spMk id="6" creationId="{4174488F-416D-2D59-9762-FF8850CC0454}"/>
          </ac:spMkLst>
        </pc:spChg>
      </pc:sldChg>
      <pc:sldChg chg="del">
        <pc:chgData name="shasi reddy" userId="0da9073592a1b1bc" providerId="LiveId" clId="{0C82AD03-02EA-4F56-9770-0CAADE141CEE}" dt="2026-10-22T08:58:47.406" v="39" actId="2696"/>
        <pc:sldMkLst>
          <pc:docMk/>
          <pc:sldMk cId="0" sldId="257"/>
        </pc:sldMkLst>
      </pc:sldChg>
      <pc:sldChg chg="del">
        <pc:chgData name="shasi reddy" userId="0da9073592a1b1bc" providerId="LiveId" clId="{0C82AD03-02EA-4F56-9770-0CAADE141CEE}" dt="2026-10-22T08:58:57.627" v="40" actId="2696"/>
        <pc:sldMkLst>
          <pc:docMk/>
          <pc:sldMk cId="0" sldId="260"/>
        </pc:sldMkLst>
      </pc:sldChg>
      <pc:sldChg chg="del">
        <pc:chgData name="shasi reddy" userId="0da9073592a1b1bc" providerId="LiveId" clId="{0C82AD03-02EA-4F56-9770-0CAADE141CEE}" dt="2026-10-22T08:59:43.753" v="44" actId="2696"/>
        <pc:sldMkLst>
          <pc:docMk/>
          <pc:sldMk cId="0" sldId="262"/>
        </pc:sldMkLst>
      </pc:sldChg>
      <pc:sldChg chg="del">
        <pc:chgData name="shasi reddy" userId="0da9073592a1b1bc" providerId="LiveId" clId="{0C82AD03-02EA-4F56-9770-0CAADE141CEE}" dt="2026-10-22T08:59:14.567" v="41" actId="2696"/>
        <pc:sldMkLst>
          <pc:docMk/>
          <pc:sldMk cId="0" sldId="265"/>
        </pc:sldMkLst>
      </pc:sldChg>
      <pc:sldChg chg="del">
        <pc:chgData name="shasi reddy" userId="0da9073592a1b1bc" providerId="LiveId" clId="{0C82AD03-02EA-4F56-9770-0CAADE141CEE}" dt="2026-10-22T08:59:24.520" v="42" actId="2696"/>
        <pc:sldMkLst>
          <pc:docMk/>
          <pc:sldMk cId="0" sldId="266"/>
        </pc:sldMkLst>
      </pc:sldChg>
      <pc:sldChg chg="del">
        <pc:chgData name="shasi reddy" userId="0da9073592a1b1bc" providerId="LiveId" clId="{0C82AD03-02EA-4F56-9770-0CAADE141CEE}" dt="2026-10-22T08:59:31.546" v="43" actId="2696"/>
        <pc:sldMkLst>
          <pc:docMk/>
          <pc:sldMk cId="0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000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topic: morphology is the study of word structure, and a foundation for text 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 sits between phonology and syntax. The morpheme is the smallest unit that carries meaning or grammatical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morphemes can stand alone; bound morphemes must attach. Affix position gives prefix, suffix, infix, circumfix.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productive in English: affixation and compounding. Reduplication is common in Tamil, Indonesian, and many other languages.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Morphological awareness reduces sparsity and helps models generalize to unseen word 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Stemming is fast but crude; lemmatization needs a dictionary and POS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914400" cy="64008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417320"/>
            <a:ext cx="66891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Morphology and Word Formation in Natural Languages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0611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words are built from morphemes, and why it matters for NLP systems</a:t>
            </a:r>
            <a:endParaRPr 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74488F-416D-2D59-9762-FF8850CC0454}"/>
              </a:ext>
            </a:extLst>
          </p:cNvPr>
          <p:cNvSpPr txBox="1"/>
          <p:nvPr/>
        </p:nvSpPr>
        <p:spPr>
          <a:xfrm>
            <a:off x="450167" y="3727009"/>
            <a:ext cx="27572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Name: B.Shasidhar reddy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Morphology?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5"/>
                </a:solidFill>
              </a:rPr>
              <a:t>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8872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 is the study of the internal structure of words and the rules that govern how they are formed.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morpheme is the smallest meaningful unit of a language; a word may contain one or many.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Morphemes are not syllables: "dogs" has two morphemes (dog + -s) but one syllable.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 links sound (phonology) and sentence structure (syntax).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383280"/>
            <a:ext cx="8046720" cy="109728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33832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</a:t>
            </a: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</a:t>
            </a:r>
            <a:r>
              <a:rPr lang="en-US" sz="3000" b="1" dirty="0">
                <a:solidFill>
                  <a:srgbClr val="7FD6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</a:t>
            </a: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</a:t>
            </a:r>
            <a:r>
              <a:rPr lang="en-US" sz="30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able</a:t>
            </a: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=   unbreakable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Morphemes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5"/>
                </a:solidFill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188720"/>
            <a:ext cx="73152" cy="1417320"/>
          </a:xfrm>
          <a:prstGeom prst="rect">
            <a:avLst/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morphemes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alone as words.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book, run, happy, the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63440" y="118872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1188720"/>
            <a:ext cx="73152" cy="1417320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9204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 morphemes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16916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attach to another morpheme.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-s, -ing, un-, -ness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8046720" cy="14782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Affix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the root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un-happy, re-write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Suffix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the root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teach-er, quick-ly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 the root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Tagalog: s-um-ulat ("wrote")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Circumfix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Around the root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German: ge-lieb-t ("loved")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 Formation Processes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5"/>
                </a:solidFill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188720"/>
            <a:ext cx="73152" cy="1554480"/>
          </a:xfrm>
          <a:prstGeom prst="rect">
            <a:avLst/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298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Affixation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prefixes or suffixes: disagree, kindness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91840" y="118872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91840" y="1188720"/>
            <a:ext cx="73152" cy="1554480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20440" y="1298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Compounding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16916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free roots: notebook, sunflower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035040" y="118872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35040" y="1188720"/>
            <a:ext cx="73152" cy="155448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63640" y="1298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Conversion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16916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category with no change in form: to email, a run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292608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2926080"/>
            <a:ext cx="73152" cy="1554480"/>
          </a:xfrm>
          <a:prstGeom prst="rect">
            <a:avLst/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3035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Reduplication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34290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part or all of a word: bye-bye, Indonesian "buku-buku" (books)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291840" y="292608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291840" y="2926080"/>
            <a:ext cx="73152" cy="1554480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520440" y="3035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Blending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3520440" y="34290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parts of words: brunch, smog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035040" y="292608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035040" y="2926080"/>
            <a:ext cx="73152" cy="155448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263640" y="3035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Clipping / Acronyms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263640" y="34290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 or abbreviate: lab, NASA, laser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Morphology Matters in NLP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5"/>
                </a:solidFill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188720"/>
            <a:ext cx="73152" cy="1463040"/>
          </a:xfrm>
          <a:prstGeom prst="rect">
            <a:avLst/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Reduces sparsity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like walk, walks, walked share one lemma; counting them together improves statistics.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63440" y="118872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1188720"/>
            <a:ext cx="73152" cy="1463040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9204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Handles OOV words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words can be understood from known pieces: un-friend-ly.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283464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2834640"/>
            <a:ext cx="73152" cy="1463040"/>
          </a:xfrm>
          <a:prstGeom prst="rect">
            <a:avLst/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29443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Improves tasks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33375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machine translation, POS tagging, parsing, speech recognition, spell checking.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663440" y="283464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63440" y="2834640"/>
            <a:ext cx="73152" cy="1463040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92040" y="29443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Supports low-resource languages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892040" y="33375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or unsupervised segmentation helps where data is scarce.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Morphological Techniques in NLP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5"/>
                </a:solidFill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238048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Stemming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Strips suffixes by rules (Porter, Snowball)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Fast; may over- or under-stem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Lemmatization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 a word to its dictionary form using a lexicon and POS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accurate; needs resources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Finite-state transducers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 analysis and generation rules (e.g. Xerox, HFST)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Precise, bidirectional; manual effort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Unsupervised segmentation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Learns morphs from raw text (Morfessor)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labels needed; noisy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analyzers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Seq2seq / transformer models predict lemma and features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accuracy; needs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and Future Directions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5"/>
                </a:solidFill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73152" cy="3108960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691640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Ambiguity: "unlockable" = un-(lockable) or (unlock)-able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Irregular forms: go/went, mouse/mice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Non-concatenative morphology: Arabic and Hebrew root-and-pattern (k-t-b)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Rich morphology with little data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Code-mixing and evolving words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931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188720"/>
            <a:ext cx="73152" cy="3108960"/>
          </a:xfrm>
          <a:prstGeom prst="rect">
            <a:avLst/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directions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691640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Morphology-aware subword tokenizers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Multilingual and cross-lingual transfer for morphologically rich languages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Shared tasks such as SIGMORPHON for inflection and segmentation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Better evaluation beyond English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Combining linguistic rules with neural models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639</Words>
  <Application>Microsoft Office PowerPoint</Application>
  <PresentationFormat>On-screen Show (16:9)</PresentationFormat>
  <Paragraphs>104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shasi reddy</cp:lastModifiedBy>
  <cp:revision>2</cp:revision>
  <dcterms:created xsi:type="dcterms:W3CDTF">2026-10-22T06:14:22Z</dcterms:created>
  <dcterms:modified xsi:type="dcterms:W3CDTF">2026-10-22T08:59:44Z</dcterms:modified>
</cp:coreProperties>
</file>